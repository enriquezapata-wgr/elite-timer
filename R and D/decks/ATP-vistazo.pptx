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que se enseña de pasada. No explicar nada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vean colores y pantallas. No hay que explicar cada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sí hay que decir qué es ARGOS. Es lo que nadie más 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gancho. Un número que nadie más les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se abre la puerta a la cita. Nada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aquí. Los datos de contacto van completos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6949440" y="182880"/>
            <a:ext cx="6766560" cy="6035040"/>
          </a:xfrm>
          <a:prstGeom prst="rect">
            <a:avLst/>
          </a:prstGeom>
        </p:spPr>
      </p:pic>
      <p:pic>
        <p:nvPicPr>
          <p:cNvPr id="4" name="Image 2" descr="lock-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68680"/>
            <a:ext cx="2331720" cy="22634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36118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spc="-13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Salud y bienestar integral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spc="-13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alcance de tu mano.</a:t>
            </a:r>
            <a:endParaRPr lang="en-US" sz="3600" dirty="0"/>
          </a:p>
        </p:txBody>
      </p:sp>
      <p:sp>
        <p:nvSpPr>
          <p:cNvPr id="6" name="Shape 1"/>
          <p:cNvSpPr/>
          <p:nvPr/>
        </p:nvSpPr>
        <p:spPr>
          <a:xfrm>
            <a:off x="777240" y="5257800"/>
            <a:ext cx="570586" cy="45720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7" name="Shape 2"/>
          <p:cNvSpPr/>
          <p:nvPr/>
        </p:nvSpPr>
        <p:spPr>
          <a:xfrm>
            <a:off x="1344168" y="5257800"/>
            <a:ext cx="570586" cy="45720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8" name="Shape 3"/>
          <p:cNvSpPr/>
          <p:nvPr/>
        </p:nvSpPr>
        <p:spPr>
          <a:xfrm>
            <a:off x="1911096" y="5257800"/>
            <a:ext cx="570586" cy="45720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9" name="Shape 4"/>
          <p:cNvSpPr/>
          <p:nvPr/>
        </p:nvSpPr>
        <p:spPr>
          <a:xfrm>
            <a:off x="2478024" y="5257800"/>
            <a:ext cx="570586" cy="45720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10" name="Shape 5"/>
          <p:cNvSpPr/>
          <p:nvPr/>
        </p:nvSpPr>
        <p:spPr>
          <a:xfrm>
            <a:off x="3044952" y="5257800"/>
            <a:ext cx="570586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6"/>
          <p:cNvSpPr/>
          <p:nvPr/>
        </p:nvSpPr>
        <p:spPr>
          <a:xfrm>
            <a:off x="777240" y="5504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Hecho en México, en Querétaro.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lock-h-cor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"/>
            <a:ext cx="1298448" cy="538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TRAE</a:t>
            </a:r>
            <a:endParaRPr lang="en-US" sz="1150" dirty="0"/>
          </a:p>
        </p:txBody>
      </p:sp>
      <p:sp>
        <p:nvSpPr>
          <p:cNvPr id="5" name="Shape 1"/>
          <p:cNvSpPr/>
          <p:nvPr/>
        </p:nvSpPr>
        <p:spPr>
          <a:xfrm>
            <a:off x="777240" y="1152144"/>
            <a:ext cx="160569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6" name="Shape 2"/>
          <p:cNvSpPr/>
          <p:nvPr/>
        </p:nvSpPr>
        <p:spPr>
          <a:xfrm>
            <a:off x="934151" y="1152144"/>
            <a:ext cx="160569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7" name="Shape 3"/>
          <p:cNvSpPr/>
          <p:nvPr/>
        </p:nvSpPr>
        <p:spPr>
          <a:xfrm>
            <a:off x="1091062" y="1152144"/>
            <a:ext cx="160569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8" name="Shape 4"/>
          <p:cNvSpPr/>
          <p:nvPr/>
        </p:nvSpPr>
        <p:spPr>
          <a:xfrm>
            <a:off x="1247973" y="1152144"/>
            <a:ext cx="160569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9" name="Shape 5"/>
          <p:cNvSpPr/>
          <p:nvPr/>
        </p:nvSpPr>
        <p:spPr>
          <a:xfrm>
            <a:off x="1404884" y="1152144"/>
            <a:ext cx="160569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13167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1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pilares, una sola app.</a:t>
            </a:r>
            <a:endParaRPr lang="en-US" sz="3600" dirty="0"/>
          </a:p>
        </p:txBody>
      </p:sp>
      <p:pic>
        <p:nvPicPr>
          <p:cNvPr id="11" name="Image 2" descr="ph-emo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4" y="2139696"/>
            <a:ext cx="2084832" cy="2915507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  <p:sp>
        <p:nvSpPr>
          <p:cNvPr id="12" name="Shape 7"/>
          <p:cNvSpPr/>
          <p:nvPr/>
        </p:nvSpPr>
        <p:spPr>
          <a:xfrm>
            <a:off x="371704" y="5138928"/>
            <a:ext cx="384048" cy="45720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13" name="Text 8"/>
          <p:cNvSpPr/>
          <p:nvPr/>
        </p:nvSpPr>
        <p:spPr>
          <a:xfrm>
            <a:off x="371704" y="52852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Emociones</a:t>
            </a:r>
            <a:endParaRPr lang="en-US" sz="1700" dirty="0"/>
          </a:p>
        </p:txBody>
      </p:sp>
      <p:pic>
        <p:nvPicPr>
          <p:cNvPr id="14" name="Image 3" descr="ph-medit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568" y="2139696"/>
            <a:ext cx="2084832" cy="2915507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  <p:sp>
        <p:nvSpPr>
          <p:cNvPr id="15" name="Shape 9"/>
          <p:cNvSpPr/>
          <p:nvPr/>
        </p:nvSpPr>
        <p:spPr>
          <a:xfrm>
            <a:off x="2712568" y="5138928"/>
            <a:ext cx="384048" cy="45720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16" name="Text 10"/>
          <p:cNvSpPr/>
          <p:nvPr/>
        </p:nvSpPr>
        <p:spPr>
          <a:xfrm>
            <a:off x="2712568" y="52852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Mente</a:t>
            </a:r>
            <a:endParaRPr lang="en-US" sz="1700" dirty="0"/>
          </a:p>
        </p:txBody>
      </p:sp>
      <p:pic>
        <p:nvPicPr>
          <p:cNvPr id="17" name="Image 4" descr="ph-hoy-habit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432" y="2139696"/>
            <a:ext cx="2084832" cy="2915507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  <p:sp>
        <p:nvSpPr>
          <p:cNvPr id="18" name="Shape 11"/>
          <p:cNvSpPr/>
          <p:nvPr/>
        </p:nvSpPr>
        <p:spPr>
          <a:xfrm>
            <a:off x="5053432" y="5138928"/>
            <a:ext cx="384048" cy="45720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19" name="Text 12"/>
          <p:cNvSpPr/>
          <p:nvPr/>
        </p:nvSpPr>
        <p:spPr>
          <a:xfrm>
            <a:off x="5053432" y="52852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Hábitos</a:t>
            </a:r>
            <a:endParaRPr lang="en-US" sz="1700" dirty="0"/>
          </a:p>
        </p:txBody>
      </p:sp>
      <p:pic>
        <p:nvPicPr>
          <p:cNvPr id="20" name="Image 5" descr="ph-salud-ho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4296" y="2139696"/>
            <a:ext cx="2084832" cy="2915507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  <p:sp>
        <p:nvSpPr>
          <p:cNvPr id="21" name="Shape 13"/>
          <p:cNvSpPr/>
          <p:nvPr/>
        </p:nvSpPr>
        <p:spPr>
          <a:xfrm>
            <a:off x="7394296" y="5138928"/>
            <a:ext cx="384048" cy="45720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22" name="Text 14"/>
          <p:cNvSpPr/>
          <p:nvPr/>
        </p:nvSpPr>
        <p:spPr>
          <a:xfrm>
            <a:off x="7394296" y="52852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Salud</a:t>
            </a:r>
            <a:endParaRPr lang="en-US" sz="1700" dirty="0"/>
          </a:p>
        </p:txBody>
      </p:sp>
      <p:pic>
        <p:nvPicPr>
          <p:cNvPr id="23" name="Image 6" descr="ph-trib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5160" y="2139696"/>
            <a:ext cx="2084832" cy="2915507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  <p:sp>
        <p:nvSpPr>
          <p:cNvPr id="24" name="Shape 15"/>
          <p:cNvSpPr/>
          <p:nvPr/>
        </p:nvSpPr>
        <p:spPr>
          <a:xfrm>
            <a:off x="9735160" y="5138928"/>
            <a:ext cx="384048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5" name="Text 16"/>
          <p:cNvSpPr/>
          <p:nvPr/>
        </p:nvSpPr>
        <p:spPr>
          <a:xfrm>
            <a:off x="9735160" y="52852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Comunidad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371704" y="5989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</a:t>
            </a:r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herramientas</a:t>
            </a:r>
            <a:endParaRPr lang="en-US" sz="1900" dirty="0"/>
          </a:p>
        </p:txBody>
      </p:sp>
      <p:sp>
        <p:nvSpPr>
          <p:cNvPr id="27" name="Text 18"/>
          <p:cNvSpPr/>
          <p:nvPr/>
        </p:nvSpPr>
        <p:spPr>
          <a:xfrm>
            <a:off x="2315718" y="5989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</a:t>
            </a:r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audios guiados</a:t>
            </a:r>
            <a:endParaRPr lang="en-US" sz="1900" dirty="0"/>
          </a:p>
        </p:txBody>
      </p:sp>
      <p:sp>
        <p:nvSpPr>
          <p:cNvPr id="28" name="Text 19"/>
          <p:cNvSpPr/>
          <p:nvPr/>
        </p:nvSpPr>
        <p:spPr>
          <a:xfrm>
            <a:off x="4438955" y="5989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144 </a:t>
            </a:r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emociones</a:t>
            </a:r>
            <a:endParaRPr lang="en-US" sz="1900" dirty="0"/>
          </a:p>
        </p:txBody>
      </p:sp>
      <p:sp>
        <p:nvSpPr>
          <p:cNvPr id="29" name="Text 20"/>
          <p:cNvSpPr/>
          <p:nvPr/>
        </p:nvSpPr>
        <p:spPr>
          <a:xfrm>
            <a:off x="6114136" y="5989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 </a:t>
            </a:r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parámetros de laboratorio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lock-h-cor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"/>
            <a:ext cx="1298448" cy="538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INTELIGENCIA ARTIFICIAL</a:t>
            </a:r>
            <a:endParaRPr lang="en-US" sz="1150" dirty="0"/>
          </a:p>
        </p:txBody>
      </p:sp>
      <p:sp>
        <p:nvSpPr>
          <p:cNvPr id="5" name="Shape 1"/>
          <p:cNvSpPr/>
          <p:nvPr/>
        </p:nvSpPr>
        <p:spPr>
          <a:xfrm>
            <a:off x="777240" y="1152144"/>
            <a:ext cx="331744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6" name="Shape 2"/>
          <p:cNvSpPr/>
          <p:nvPr/>
        </p:nvSpPr>
        <p:spPr>
          <a:xfrm>
            <a:off x="1105327" y="1152144"/>
            <a:ext cx="331744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7" name="Shape 3"/>
          <p:cNvSpPr/>
          <p:nvPr/>
        </p:nvSpPr>
        <p:spPr>
          <a:xfrm>
            <a:off x="1433413" y="1152144"/>
            <a:ext cx="331744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8" name="Shape 4"/>
          <p:cNvSpPr/>
          <p:nvPr/>
        </p:nvSpPr>
        <p:spPr>
          <a:xfrm>
            <a:off x="1761500" y="1152144"/>
            <a:ext cx="331744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9" name="Shape 5"/>
          <p:cNvSpPr/>
          <p:nvPr/>
        </p:nvSpPr>
        <p:spPr>
          <a:xfrm>
            <a:off x="2089587" y="1152144"/>
            <a:ext cx="331744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1335024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4100" b="1" spc="-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ARGOS, tu experto</a:t>
            </a:r>
            <a:endParaRPr lang="en-US" sz="4100" dirty="0"/>
          </a:p>
          <a:p>
            <a:pPr indent="0" marL="0">
              <a:lnSpc>
                <a:spcPts val="4900"/>
              </a:lnSpc>
              <a:buNone/>
            </a:pPr>
            <a:r>
              <a:rPr lang="en-US" sz="4100" b="1" spc="-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salud funcional.</a:t>
            </a:r>
            <a:endParaRPr lang="en-US" sz="4100" dirty="0"/>
          </a:p>
        </p:txBody>
      </p:sp>
      <p:sp>
        <p:nvSpPr>
          <p:cNvPr id="11" name="Text 7"/>
          <p:cNvSpPr/>
          <p:nvPr/>
        </p:nvSpPr>
        <p:spPr>
          <a:xfrm>
            <a:off x="777240" y="3054096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inteligencia artificial entrenada para ser experta en medicina funcional integrativa, con más de tres décadas de experiencia de especialistas en salud adentro.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77240" y="4517136"/>
            <a:ext cx="50292" cy="402336"/>
          </a:xfrm>
          <a:prstGeom prst="roundRect">
            <a:avLst>
              <a:gd name="adj" fmla="val 45455"/>
            </a:avLst>
          </a:prstGeom>
          <a:solidFill>
            <a:srgbClr val="6DCC48"/>
          </a:solidFill>
          <a:ln/>
        </p:spPr>
      </p:sp>
      <p:sp>
        <p:nvSpPr>
          <p:cNvPr id="13" name="Text 9"/>
          <p:cNvSpPr/>
          <p:nvPr/>
        </p:nvSpPr>
        <p:spPr>
          <a:xfrm>
            <a:off x="1014984" y="44897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Conoce tu historial y cruza todos tus datos.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777240" y="5193792"/>
            <a:ext cx="50292" cy="402336"/>
          </a:xfrm>
          <a:prstGeom prst="roundRect">
            <a:avLst>
              <a:gd name="adj" fmla="val 45455"/>
            </a:avLst>
          </a:prstGeom>
          <a:solidFill>
            <a:srgbClr val="1ABC9C"/>
          </a:solidFill>
          <a:ln/>
        </p:spPr>
      </p:sp>
      <p:sp>
        <p:nvSpPr>
          <p:cNvPr id="15" name="Text 11"/>
          <p:cNvSpPr/>
          <p:nvPr/>
        </p:nvSpPr>
        <p:spPr>
          <a:xfrm>
            <a:off x="1014984" y="5166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 habla primero, todos los días.</a:t>
            </a:r>
            <a:endParaRPr lang="en-US" sz="1900" dirty="0"/>
          </a:p>
        </p:txBody>
      </p:sp>
      <p:pic>
        <p:nvPicPr>
          <p:cNvPr id="16" name="Image 2" descr="ph-argos-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88720"/>
            <a:ext cx="3108960" cy="4347686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lock-h-cor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"/>
            <a:ext cx="1298448" cy="538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NÚMERO</a:t>
            </a:r>
            <a:endParaRPr lang="en-US" sz="1150" dirty="0"/>
          </a:p>
        </p:txBody>
      </p:sp>
      <p:sp>
        <p:nvSpPr>
          <p:cNvPr id="5" name="Shape 1"/>
          <p:cNvSpPr/>
          <p:nvPr/>
        </p:nvSpPr>
        <p:spPr>
          <a:xfrm>
            <a:off x="777240" y="1152144"/>
            <a:ext cx="132039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6" name="Shape 2"/>
          <p:cNvSpPr/>
          <p:nvPr/>
        </p:nvSpPr>
        <p:spPr>
          <a:xfrm>
            <a:off x="905622" y="1152144"/>
            <a:ext cx="132039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7" name="Shape 3"/>
          <p:cNvSpPr/>
          <p:nvPr/>
        </p:nvSpPr>
        <p:spPr>
          <a:xfrm>
            <a:off x="1034004" y="1152144"/>
            <a:ext cx="132039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8" name="Shape 4"/>
          <p:cNvSpPr/>
          <p:nvPr/>
        </p:nvSpPr>
        <p:spPr>
          <a:xfrm>
            <a:off x="1162385" y="1152144"/>
            <a:ext cx="132039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9" name="Shape 5"/>
          <p:cNvSpPr/>
          <p:nvPr/>
        </p:nvSpPr>
        <p:spPr>
          <a:xfrm>
            <a:off x="1290767" y="1152144"/>
            <a:ext cx="132039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1335024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4100" b="1" spc="-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cuerpo no</a:t>
            </a:r>
            <a:endParaRPr lang="en-US" sz="4100" dirty="0"/>
          </a:p>
          <a:p>
            <a:pPr indent="0" marL="0">
              <a:lnSpc>
                <a:spcPts val="4900"/>
              </a:lnSpc>
              <a:buNone/>
            </a:pPr>
            <a:r>
              <a:rPr lang="en-US" sz="4100" b="1" spc="-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cuenta cumpleaños.</a:t>
            </a:r>
            <a:endParaRPr lang="en-US" sz="4100" dirty="0"/>
          </a:p>
        </p:txBody>
      </p:sp>
      <p:sp>
        <p:nvSpPr>
          <p:cNvPr id="11" name="Text 7"/>
          <p:cNvSpPr/>
          <p:nvPr/>
        </p:nvSpPr>
        <p:spPr>
          <a:xfrm>
            <a:off x="777240" y="3054096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sabe cuántas vueltas le has dado al sol. Lo que sí sabe son sus estados biológicos, y esos se pueden medir. De ahí sale la edad que de verdad tiene tu cuerpo.</a:t>
            </a:r>
            <a:endParaRPr lang="en-US" sz="1700" dirty="0"/>
          </a:p>
        </p:txBody>
      </p:sp>
      <p:pic>
        <p:nvPicPr>
          <p:cNvPr id="12" name="Image 2" descr="riel-o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80560"/>
            <a:ext cx="2377440" cy="731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" y="464515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-400" kern="0" dirty="0">
                <a:solidFill>
                  <a:srgbClr val="A8E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28.1</a:t>
            </a:r>
            <a:endParaRPr lang="en-US" sz="9200" dirty="0"/>
          </a:p>
        </p:txBody>
      </p:sp>
      <p:sp>
        <p:nvSpPr>
          <p:cNvPr id="14" name="Text 9"/>
          <p:cNvSpPr/>
          <p:nvPr/>
        </p:nvSpPr>
        <p:spPr>
          <a:xfrm>
            <a:off x="3246120" y="4700016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 vueltas al sol,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un cuerpo de 28 años biológicos.</a:t>
            </a:r>
            <a:endParaRPr lang="en-US" sz="1700" dirty="0"/>
          </a:p>
        </p:txBody>
      </p:sp>
      <p:pic>
        <p:nvPicPr>
          <p:cNvPr id="15" name="Image 3" descr="ph-edad-atp-result-previ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417320"/>
            <a:ext cx="3108960" cy="3813334"/>
          </a:xfrm>
          <a:prstGeom prst="rect">
            <a:avLst/>
          </a:prstGeom>
          <a:effectLst>
            <a:outerShdw sx="100000" sy="100000" kx="0" ky="0" algn="bl" rotWithShape="0" blurRad="330200" dist="114300" dir="5400000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lock-h-cor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"/>
            <a:ext cx="1298448" cy="538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1ABC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ENTRA</a:t>
            </a:r>
            <a:endParaRPr lang="en-US" sz="1150" dirty="0"/>
          </a:p>
        </p:txBody>
      </p:sp>
      <p:sp>
        <p:nvSpPr>
          <p:cNvPr id="5" name="Shape 1"/>
          <p:cNvSpPr/>
          <p:nvPr/>
        </p:nvSpPr>
        <p:spPr>
          <a:xfrm>
            <a:off x="777240" y="1152144"/>
            <a:ext cx="146304" cy="32004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6" name="Shape 2"/>
          <p:cNvSpPr/>
          <p:nvPr/>
        </p:nvSpPr>
        <p:spPr>
          <a:xfrm>
            <a:off x="919886" y="1152144"/>
            <a:ext cx="146304" cy="32004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7" name="Shape 3"/>
          <p:cNvSpPr/>
          <p:nvPr/>
        </p:nvSpPr>
        <p:spPr>
          <a:xfrm>
            <a:off x="1062533" y="1152144"/>
            <a:ext cx="146304" cy="3200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8" name="Shape 4"/>
          <p:cNvSpPr/>
          <p:nvPr/>
        </p:nvSpPr>
        <p:spPr>
          <a:xfrm>
            <a:off x="1205179" y="1152144"/>
            <a:ext cx="146304" cy="32004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9" name="Shape 5"/>
          <p:cNvSpPr/>
          <p:nvPr/>
        </p:nvSpPr>
        <p:spPr>
          <a:xfrm>
            <a:off x="1347826" y="1152144"/>
            <a:ext cx="146304" cy="320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131673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ya funciona hoy, y el potencial del mañana.</a:t>
            </a:r>
            <a:endParaRPr lang="en-US" sz="2900" dirty="0"/>
          </a:p>
        </p:txBody>
      </p:sp>
      <p:sp>
        <p:nvSpPr>
          <p:cNvPr id="11" name="Shape 7"/>
          <p:cNvSpPr/>
          <p:nvPr/>
        </p:nvSpPr>
        <p:spPr>
          <a:xfrm>
            <a:off x="777240" y="2103120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0F0F0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23544" y="2103120"/>
            <a:ext cx="4736592" cy="54864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13" name="Text 9"/>
          <p:cNvSpPr/>
          <p:nvPr/>
        </p:nvSpPr>
        <p:spPr>
          <a:xfrm>
            <a:off x="1161288" y="2340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7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Hoy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1161288" y="3054096"/>
            <a:ext cx="41148" cy="402336"/>
          </a:xfrm>
          <a:prstGeom prst="roundRect">
            <a:avLst>
              <a:gd name="adj" fmla="val 44444"/>
            </a:avLst>
          </a:prstGeom>
          <a:solidFill>
            <a:srgbClr val="3DBF6E"/>
          </a:solidFill>
          <a:ln/>
        </p:spPr>
      </p:sp>
      <p:sp>
        <p:nvSpPr>
          <p:cNvPr id="15" name="Text 11"/>
          <p:cNvSpPr/>
          <p:nvPr/>
        </p:nvSpPr>
        <p:spPr>
          <a:xfrm>
            <a:off x="1380744" y="29626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aplicación ya está hecha y ya funciona.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161288" y="3749040"/>
            <a:ext cx="41148" cy="402336"/>
          </a:xfrm>
          <a:prstGeom prst="roundRect">
            <a:avLst>
              <a:gd name="adj" fmla="val 44444"/>
            </a:avLst>
          </a:prstGeom>
          <a:solidFill>
            <a:srgbClr val="3DBF6E"/>
          </a:solidFill>
          <a:ln/>
        </p:spPr>
      </p:sp>
      <p:sp>
        <p:nvSpPr>
          <p:cNvPr id="17" name="Text 13"/>
          <p:cNvSpPr/>
          <p:nvPr/>
        </p:nvSpPr>
        <p:spPr>
          <a:xfrm>
            <a:off x="1380744" y="365760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comunidad ya existe, con mentorías en vivo cada semana.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161288" y="444398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3DBF6E"/>
          </a:solidFill>
          <a:ln/>
        </p:spPr>
      </p:sp>
      <p:sp>
        <p:nvSpPr>
          <p:cNvPr id="19" name="Text 15"/>
          <p:cNvSpPr/>
          <p:nvPr/>
        </p:nvSpPr>
        <p:spPr>
          <a:xfrm>
            <a:off x="1380744" y="43525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respaldo de expedientes ya está.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161288" y="5138928"/>
            <a:ext cx="41148" cy="402336"/>
          </a:xfrm>
          <a:prstGeom prst="roundRect">
            <a:avLst>
              <a:gd name="adj" fmla="val 44444"/>
            </a:avLst>
          </a:prstGeom>
          <a:solidFill>
            <a:srgbClr val="3DBF6E"/>
          </a:solidFill>
          <a:ln/>
        </p:spPr>
      </p:sp>
      <p:sp>
        <p:nvSpPr>
          <p:cNvPr id="21" name="Text 17"/>
          <p:cNvSpPr/>
          <p:nvPr/>
        </p:nvSpPr>
        <p:spPr>
          <a:xfrm>
            <a:off x="1380744" y="50474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inteligencia artificial ya está.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72200" y="2103120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0F0F0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18504" y="2103120"/>
            <a:ext cx="4736592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4" name="Text 20"/>
          <p:cNvSpPr/>
          <p:nvPr/>
        </p:nvSpPr>
        <p:spPr>
          <a:xfrm>
            <a:off x="6556248" y="2340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7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Mañana</a:t>
            </a:r>
            <a:endParaRPr lang="en-US" sz="2400" dirty="0"/>
          </a:p>
        </p:txBody>
      </p:sp>
      <p:sp>
        <p:nvSpPr>
          <p:cNvPr id="25" name="Shape 21"/>
          <p:cNvSpPr/>
          <p:nvPr/>
        </p:nvSpPr>
        <p:spPr>
          <a:xfrm>
            <a:off x="6556248" y="3054096"/>
            <a:ext cx="41148" cy="402336"/>
          </a:xfrm>
          <a:prstGeom prst="roundRect">
            <a:avLst>
              <a:gd name="adj" fmla="val 44444"/>
            </a:avLst>
          </a:prstGeom>
          <a:solidFill>
            <a:srgbClr val="1ABC9C"/>
          </a:solidFill>
          <a:ln/>
        </p:spPr>
      </p:sp>
      <p:sp>
        <p:nvSpPr>
          <p:cNvPr id="26" name="Text 22"/>
          <p:cNvSpPr/>
          <p:nvPr/>
        </p:nvSpPr>
        <p:spPr>
          <a:xfrm>
            <a:off x="6775704" y="29626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Alianzas con laboratorios para hacer ciencia.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556248" y="3749040"/>
            <a:ext cx="41148" cy="402336"/>
          </a:xfrm>
          <a:prstGeom prst="roundRect">
            <a:avLst>
              <a:gd name="adj" fmla="val 44444"/>
            </a:avLst>
          </a:prstGeom>
          <a:solidFill>
            <a:srgbClr val="1ABC9C"/>
          </a:solidFill>
          <a:ln/>
        </p:spPr>
      </p:sp>
      <p:sp>
        <p:nvSpPr>
          <p:cNvPr id="28" name="Text 24"/>
          <p:cNvSpPr/>
          <p:nvPr/>
        </p:nvSpPr>
        <p:spPr>
          <a:xfrm>
            <a:off x="6775704" y="365760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Salud pública especializada: saber qué le duele al municipio y actuar antes, no después.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556248" y="4443984"/>
            <a:ext cx="41148" cy="402336"/>
          </a:xfrm>
          <a:prstGeom prst="roundRect">
            <a:avLst>
              <a:gd name="adj" fmla="val 44444"/>
            </a:avLst>
          </a:prstGeom>
          <a:solidFill>
            <a:srgbClr val="1ABC9C"/>
          </a:solidFill>
          <a:ln/>
        </p:spPr>
      </p:sp>
      <p:sp>
        <p:nvSpPr>
          <p:cNvPr id="30" name="Text 26"/>
          <p:cNvSpPr/>
          <p:nvPr/>
        </p:nvSpPr>
        <p:spPr>
          <a:xfrm>
            <a:off x="6775704" y="43525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 de población.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556248" y="5138928"/>
            <a:ext cx="41148" cy="402336"/>
          </a:xfrm>
          <a:prstGeom prst="roundRect">
            <a:avLst>
              <a:gd name="adj" fmla="val 44444"/>
            </a:avLst>
          </a:prstGeom>
          <a:solidFill>
            <a:srgbClr val="1ABC9C"/>
          </a:solidFill>
          <a:ln/>
        </p:spPr>
      </p:sp>
      <p:sp>
        <p:nvSpPr>
          <p:cNvPr id="32" name="Text 28"/>
          <p:cNvSpPr/>
          <p:nvPr/>
        </p:nvSpPr>
        <p:spPr>
          <a:xfrm>
            <a:off x="6775704" y="50474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2D2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expediente completo de laboratorios, salud y hábitos.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77240" y="59984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del mañana es propuesta, no producto.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el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008" cy="6858000"/>
          </a:xfrm>
          <a:prstGeom prst="rect">
            <a:avLst/>
          </a:prstGeom>
        </p:spPr>
      </p:pic>
      <p:pic>
        <p:nvPicPr>
          <p:cNvPr id="3" name="Image 1" descr="molecula.png">    </p:cNvPr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7223760" y="457200"/>
            <a:ext cx="6309360" cy="5632704"/>
          </a:xfrm>
          <a:prstGeom prst="rect">
            <a:avLst/>
          </a:prstGeom>
        </p:spPr>
      </p:pic>
      <p:pic>
        <p:nvPicPr>
          <p:cNvPr id="4" name="Image 2" descr="lock-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2651760" cy="2574101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4846320"/>
            <a:ext cx="570586" cy="45720"/>
          </a:xfrm>
          <a:prstGeom prst="rect">
            <a:avLst/>
          </a:prstGeom>
          <a:solidFill>
            <a:srgbClr val="A8E02A"/>
          </a:solidFill>
          <a:ln/>
        </p:spPr>
      </p:sp>
      <p:sp>
        <p:nvSpPr>
          <p:cNvPr id="6" name="Shape 1"/>
          <p:cNvSpPr/>
          <p:nvPr/>
        </p:nvSpPr>
        <p:spPr>
          <a:xfrm>
            <a:off x="1344168" y="4846320"/>
            <a:ext cx="570586" cy="45720"/>
          </a:xfrm>
          <a:prstGeom prst="rect">
            <a:avLst/>
          </a:prstGeom>
          <a:solidFill>
            <a:srgbClr val="6DCC48"/>
          </a:solidFill>
          <a:ln/>
        </p:spPr>
      </p:sp>
      <p:sp>
        <p:nvSpPr>
          <p:cNvPr id="7" name="Shape 2"/>
          <p:cNvSpPr/>
          <p:nvPr/>
        </p:nvSpPr>
        <p:spPr>
          <a:xfrm>
            <a:off x="1911096" y="4846320"/>
            <a:ext cx="570586" cy="45720"/>
          </a:xfrm>
          <a:prstGeom prst="rect">
            <a:avLst/>
          </a:prstGeom>
          <a:solidFill>
            <a:srgbClr val="3DBF6E"/>
          </a:solidFill>
          <a:ln/>
        </p:spPr>
      </p:sp>
      <p:sp>
        <p:nvSpPr>
          <p:cNvPr id="8" name="Shape 3"/>
          <p:cNvSpPr/>
          <p:nvPr/>
        </p:nvSpPr>
        <p:spPr>
          <a:xfrm>
            <a:off x="2478024" y="4846320"/>
            <a:ext cx="570586" cy="45720"/>
          </a:xfrm>
          <a:prstGeom prst="rect">
            <a:avLst/>
          </a:prstGeom>
          <a:solidFill>
            <a:srgbClr val="2EC28A"/>
          </a:solidFill>
          <a:ln/>
        </p:spPr>
      </p:sp>
      <p:sp>
        <p:nvSpPr>
          <p:cNvPr id="9" name="Shape 4"/>
          <p:cNvSpPr/>
          <p:nvPr/>
        </p:nvSpPr>
        <p:spPr>
          <a:xfrm>
            <a:off x="3044952" y="4846320"/>
            <a:ext cx="570586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5"/>
          <p:cNvSpPr/>
          <p:nvPr/>
        </p:nvSpPr>
        <p:spPr>
          <a:xfrm>
            <a:off x="777240" y="5102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somosatp.com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5559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[correo]   ·   [teléfono]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ATP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ATP</dc:title>
  <dc:subject>PptxGenJS Presentation</dc:subject>
  <dc:creator>ATP</dc:creator>
  <cp:lastModifiedBy>ATP</cp:lastModifiedBy>
  <cp:revision>1</cp:revision>
  <dcterms:created xsi:type="dcterms:W3CDTF">2026-08-21T03:15:03Z</dcterms:created>
  <dcterms:modified xsi:type="dcterms:W3CDTF">2026-08-21T03:15:03Z</dcterms:modified>
</cp:coreProperties>
</file>